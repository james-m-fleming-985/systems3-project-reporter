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sldIdLst>
    <p:sldId id="264" r:id="rId5"/>
    <p:sldId id="265" r:id="rId6"/>
    <p:sldId id="266" r:id="rId7"/>
    <p:sldId id="283" r:id="rId8"/>
    <p:sldId id="304" r:id="rId9"/>
    <p:sldId id="303" r:id="rId10"/>
    <p:sldId id="305" r:id="rId11"/>
    <p:sldId id="306" r:id="rId12"/>
    <p:sldId id="271" r:id="rId13"/>
    <p:sldId id="274" r:id="rId14"/>
    <p:sldId id="272" r:id="rId15"/>
    <p:sldId id="275" r:id="rId16"/>
    <p:sldId id="276" r:id="rId17"/>
    <p:sldId id="278" r:id="rId18"/>
    <p:sldId id="277" r:id="rId19"/>
    <p:sldId id="286" r:id="rId20"/>
    <p:sldId id="287" r:id="rId21"/>
    <p:sldId id="288" r:id="rId22"/>
    <p:sldId id="289" r:id="rId23"/>
    <p:sldId id="2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56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OUP COV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377EA998-C783-46B4-8BD4-7807D686D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5959" y="6162899"/>
            <a:ext cx="1089215" cy="228179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56383"/>
            <a:ext cx="4074896" cy="148432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466" b="1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da-DK" dirty="0"/>
              <a:t>Lorem ipsum</a:t>
            </a:r>
            <a:br>
              <a:rPr lang="da-DK" dirty="0"/>
            </a:br>
            <a:r>
              <a:rPr lang="da-DK" dirty="0"/>
              <a:t>dolor sit amet</a:t>
            </a:r>
            <a:endParaRPr lang="fr-FR" dirty="0"/>
          </a:p>
        </p:txBody>
      </p:sp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836897" y="0"/>
            <a:ext cx="7355103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change the picture </a:t>
            </a: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05876289-A5AC-57F9-D74E-A267A584AF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348404" y="338799"/>
            <a:ext cx="2144089" cy="4769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D7918B-95F6-461E-8D78-0189AACAD879}"/>
              </a:ext>
            </a:extLst>
          </p:cNvPr>
          <p:cNvSpPr/>
          <p:nvPr userDrawn="1"/>
        </p:nvSpPr>
        <p:spPr>
          <a:xfrm>
            <a:off x="383117" y="371831"/>
            <a:ext cx="4074896" cy="5155196"/>
          </a:xfrm>
          <a:prstGeom prst="rect">
            <a:avLst/>
          </a:prstGeom>
          <a:noFill/>
          <a:ln w="50800" cap="sq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</p:spTree>
    <p:extLst>
      <p:ext uri="{BB962C8B-B14F-4D97-AF65-F5344CB8AC3E}">
        <p14:creationId xmlns:p14="http://schemas.microsoft.com/office/powerpoint/2010/main" val="33500266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NY COVER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que 4">
            <a:extLst>
              <a:ext uri="{FF2B5EF4-FFF2-40B4-BE49-F238E27FC236}">
                <a16:creationId xmlns:a16="http://schemas.microsoft.com/office/drawing/2014/main" id="{377EA998-C783-46B4-8BD4-7807D686D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5959" y="6162899"/>
            <a:ext cx="1089215" cy="228179"/>
          </a:xfrm>
          <a:prstGeom prst="rect">
            <a:avLst/>
          </a:prstGeom>
        </p:spPr>
      </p:pic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356383"/>
            <a:ext cx="4074896" cy="1484328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3466" b="1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da-DK" dirty="0"/>
              <a:t>Lorem ipsum</a:t>
            </a:r>
            <a:br>
              <a:rPr lang="da-DK" dirty="0"/>
            </a:br>
            <a:r>
              <a:rPr lang="da-DK" dirty="0"/>
              <a:t>dolor sit amet</a:t>
            </a:r>
            <a:endParaRPr lang="fr-FR" dirty="0"/>
          </a:p>
        </p:txBody>
      </p:sp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836897" y="0"/>
            <a:ext cx="7355103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change the picture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002890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DB1C3F0-4A11-435C-8324-568AE7075BB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change the picture</a:t>
            </a:r>
            <a:endParaRPr lang="fr-FR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 userDrawn="1"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18807"/>
            <a:ext cx="10448264" cy="787665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 dirty="0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32918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 dirty="0"/>
              <a:t>Suspendisse </a:t>
            </a:r>
            <a:r>
              <a:rPr lang="fr-FR" dirty="0" err="1"/>
              <a:t>fermentum</a:t>
            </a:r>
            <a:r>
              <a:rPr lang="fr-FR" dirty="0"/>
              <a:t> </a:t>
            </a:r>
            <a:r>
              <a:rPr lang="fr-FR" dirty="0" err="1"/>
              <a:t>dui</a:t>
            </a:r>
            <a:r>
              <a:rPr lang="fr-FR" dirty="0"/>
              <a:t> ipsum,</a:t>
            </a:r>
            <a:br>
              <a:rPr lang="fr-FR" dirty="0"/>
            </a:b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tempus</a:t>
            </a:r>
            <a:r>
              <a:rPr lang="fr-FR" dirty="0"/>
              <a:t> </a:t>
            </a:r>
            <a:r>
              <a:rPr lang="fr-FR" dirty="0" err="1"/>
              <a:t>tellus</a:t>
            </a:r>
            <a:r>
              <a:rPr lang="fr-FR" dirty="0"/>
              <a:t> </a:t>
            </a:r>
            <a:r>
              <a:rPr lang="fr-FR" dirty="0" err="1"/>
              <a:t>sagittis</a:t>
            </a:r>
            <a:r>
              <a:rPr lang="fr-FR" dirty="0"/>
              <a:t> non</a:t>
            </a:r>
          </a:p>
        </p:txBody>
      </p: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8E7788A-0113-40BF-8A1B-6D5D21A059E8}"/>
              </a:ext>
            </a:extLst>
          </p:cNvPr>
          <p:cNvCxnSpPr>
            <a:cxnSpLocks/>
          </p:cNvCxnSpPr>
          <p:nvPr userDrawn="1"/>
        </p:nvCxnSpPr>
        <p:spPr>
          <a:xfrm>
            <a:off x="675979" y="6347594"/>
            <a:ext cx="0" cy="1846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234F41C3-3665-4CBE-83EB-C63EFB245D7E}"/>
              </a:ext>
            </a:extLst>
          </p:cNvPr>
          <p:cNvSpPr txBox="1"/>
          <p:nvPr userDrawn="1"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 dirty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" name="Espace réservé du numéro de diapositive 13">
            <a:extLst>
              <a:ext uri="{FF2B5EF4-FFF2-40B4-BE49-F238E27FC236}">
                <a16:creationId xmlns:a16="http://schemas.microsoft.com/office/drawing/2014/main" id="{B2A08755-C794-4F4B-90FB-C319F4EB5070}"/>
              </a:ext>
            </a:extLst>
          </p:cNvPr>
          <p:cNvSpPr txBox="1">
            <a:spLocks/>
          </p:cNvSpPr>
          <p:nvPr userDrawn="1"/>
        </p:nvSpPr>
        <p:spPr>
          <a:xfrm>
            <a:off x="400013" y="6357268"/>
            <a:ext cx="174728" cy="16401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1" kern="1200">
                <a:solidFill>
                  <a:schemeClr val="tx2"/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85CA73-2D89-4D6A-A923-B574D1DA086D}" type="slidenum">
              <a:rPr lang="fr-FR" sz="1066" smtClean="0">
                <a:solidFill>
                  <a:schemeClr val="bg1"/>
                </a:solidFill>
              </a:rPr>
              <a:pPr/>
              <a:t>‹#›</a:t>
            </a:fld>
            <a:endParaRPr lang="fr-FR" sz="1066" dirty="0">
              <a:solidFill>
                <a:schemeClr val="bg1"/>
              </a:solidFill>
            </a:endParaRP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 userDrawn="1"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sp>
        <p:nvSpPr>
          <p:cNvPr id="11" name="Espace réservé du pied de page 4">
            <a:extLst>
              <a:ext uri="{FF2B5EF4-FFF2-40B4-BE49-F238E27FC236}">
                <a16:creationId xmlns:a16="http://schemas.microsoft.com/office/drawing/2014/main" id="{6AAFD2D4-64A8-0312-C447-C814DFB0D2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56516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1"/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666697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" y="0"/>
            <a:ext cx="4868189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2874" y="2356383"/>
            <a:ext cx="4479180" cy="2257115"/>
          </a:xfrm>
          <a:prstGeom prst="rect">
            <a:avLst/>
          </a:prstGeom>
        </p:spPr>
        <p:txBody>
          <a:bodyPr lIns="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66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da-DK" dirty="0"/>
              <a:t>Lorem ipsum</a:t>
            </a:r>
            <a:br>
              <a:rPr lang="da-DK" dirty="0"/>
            </a:br>
            <a:r>
              <a:rPr lang="da-DK" dirty="0"/>
              <a:t>dolor sit amet</a:t>
            </a:r>
            <a:endParaRPr lang="fr-FR" dirty="0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 userDrawn="1"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2874" y="1563148"/>
            <a:ext cx="4479181" cy="681356"/>
          </a:xfrm>
          <a:prstGeom prst="rect">
            <a:avLst/>
          </a:prstGeom>
        </p:spPr>
        <p:txBody>
          <a:bodyPr lIns="0" anchor="b" anchorCtr="0"/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dirty="0" err="1"/>
              <a:t>Chapter</a:t>
            </a:r>
            <a:r>
              <a:rPr lang="fr-FR" dirty="0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38033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2">
            <a:extLst>
              <a:ext uri="{FF2B5EF4-FFF2-40B4-BE49-F238E27FC236}">
                <a16:creationId xmlns:a16="http://schemas.microsoft.com/office/drawing/2014/main" id="{7EBF2E1D-D492-4B49-A512-C63AC80F85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53919" y="1913910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 dirty="0"/>
              <a:t>|</a:t>
            </a:r>
          </a:p>
        </p:txBody>
      </p:sp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03543" y="2222198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003543" y="1486415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01</a:t>
            </a:r>
          </a:p>
        </p:txBody>
      </p:sp>
      <p:sp>
        <p:nvSpPr>
          <p:cNvPr id="12" name="Espace réservé du texte 12">
            <a:extLst>
              <a:ext uri="{FF2B5EF4-FFF2-40B4-BE49-F238E27FC236}">
                <a16:creationId xmlns:a16="http://schemas.microsoft.com/office/drawing/2014/main" id="{88B6B1E0-5651-4B71-B828-F03662BF48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153919" y="3479760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 dirty="0"/>
              <a:t>|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003543" y="3788048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003543" y="3052265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02</a:t>
            </a:r>
          </a:p>
        </p:txBody>
      </p:sp>
      <p:sp>
        <p:nvSpPr>
          <p:cNvPr id="15" name="Espace réservé du texte 12">
            <a:extLst>
              <a:ext uri="{FF2B5EF4-FFF2-40B4-BE49-F238E27FC236}">
                <a16:creationId xmlns:a16="http://schemas.microsoft.com/office/drawing/2014/main" id="{2A997D23-2302-4814-A181-1BB59782BF2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153919" y="5054074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 dirty="0"/>
              <a:t>|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003543" y="5362362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2003543" y="4626579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03</a:t>
            </a:r>
          </a:p>
        </p:txBody>
      </p:sp>
      <p:sp>
        <p:nvSpPr>
          <p:cNvPr id="18" name="Espace réservé du texte 12">
            <a:extLst>
              <a:ext uri="{FF2B5EF4-FFF2-40B4-BE49-F238E27FC236}">
                <a16:creationId xmlns:a16="http://schemas.microsoft.com/office/drawing/2014/main" id="{2F7A1BBB-6777-4A51-9BE8-A09C47FEE28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630159" y="1913910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 dirty="0"/>
              <a:t>|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79783" y="2222198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79783" y="1486415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04</a:t>
            </a:r>
          </a:p>
        </p:txBody>
      </p:sp>
      <p:sp>
        <p:nvSpPr>
          <p:cNvPr id="21" name="Espace réservé du texte 12">
            <a:extLst>
              <a:ext uri="{FF2B5EF4-FFF2-40B4-BE49-F238E27FC236}">
                <a16:creationId xmlns:a16="http://schemas.microsoft.com/office/drawing/2014/main" id="{CD515270-43AC-4900-A0A6-28051461CCE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30159" y="3479760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 dirty="0"/>
              <a:t>|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79783" y="3788048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79783" y="3052265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05</a:t>
            </a:r>
          </a:p>
        </p:txBody>
      </p:sp>
      <p:sp>
        <p:nvSpPr>
          <p:cNvPr id="24" name="Espace réservé du texte 12">
            <a:extLst>
              <a:ext uri="{FF2B5EF4-FFF2-40B4-BE49-F238E27FC236}">
                <a16:creationId xmlns:a16="http://schemas.microsoft.com/office/drawing/2014/main" id="{482FD671-50B7-4243-BDE4-41F913FEFBA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630159" y="5054074"/>
            <a:ext cx="440508" cy="2634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 defTabSz="1219693" rtl="0" eaLnBrk="1" latinLnBrk="0" hangingPunct="1">
              <a:lnSpc>
                <a:spcPct val="7000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lang="en-GB" sz="2399" b="0" i="0" kern="1200" baseline="0" noProof="0" dirty="0">
                <a:gradFill>
                  <a:gsLst>
                    <a:gs pos="0">
                      <a:schemeClr val="accent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GB" noProof="0" dirty="0"/>
              <a:t>|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79783" y="5362362"/>
            <a:ext cx="3908308" cy="249222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 dirty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79783" y="4626579"/>
            <a:ext cx="641685" cy="410243"/>
          </a:xfrm>
          <a:prstGeom prst="rect">
            <a:avLst/>
          </a:prstGeom>
        </p:spPr>
        <p:txBody>
          <a:bodyPr lIns="0" tIns="0" rIns="0" bIns="0" anchor="b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 dirty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4EFD501-9C62-09B5-E4B0-8E84360A9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here to add a title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484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  <a:endParaRPr lang="fr-FR" dirty="0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3118" y="1335205"/>
            <a:ext cx="11425767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fr-FR" dirty="0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9997890B-37E7-8259-D78C-BF631660D3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here to add a title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01594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  <a:endParaRPr lang="fr-FR" dirty="0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F4275CF-95CE-BCA6-96E1-1283473E8A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/>
          <a:lstStyle/>
          <a:p>
            <a:pPr lvl="0"/>
            <a:r>
              <a:rPr lang="en-US" dirty="0"/>
              <a:t>Click here to add text 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23B65914-3E95-9769-13F1-60E51F6D22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here to add a title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37394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335206"/>
            <a:ext cx="5589593" cy="4828743"/>
          </a:xfrm>
        </p:spPr>
        <p:txBody>
          <a:bodyPr/>
          <a:lstStyle/>
          <a:p>
            <a:pPr lvl="0"/>
            <a:r>
              <a:rPr lang="en-US" dirty="0"/>
              <a:t>Click here to add text 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US" dirty="0"/>
              <a:t>Click here to add text 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0" name="Titre 9">
            <a:extLst>
              <a:ext uri="{FF2B5EF4-FFF2-40B4-BE49-F238E27FC236}">
                <a16:creationId xmlns:a16="http://schemas.microsoft.com/office/drawing/2014/main" id="{4B16523A-4AD0-A96D-0800-80397CFCB5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here to add a title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80994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3118" y="1335206"/>
            <a:ext cx="5589593" cy="48287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  <a:endParaRPr lang="fr-FR" dirty="0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US" dirty="0"/>
              <a:t>Click here to add text 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37F4F235-2A80-ED78-F243-42232E82CA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here to add a title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18481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  <a:endParaRPr lang="fr-FR" dirty="0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335206"/>
            <a:ext cx="5589593" cy="4828743"/>
          </a:xfrm>
        </p:spPr>
        <p:txBody>
          <a:bodyPr/>
          <a:lstStyle/>
          <a:p>
            <a:pPr lvl="0"/>
            <a:r>
              <a:rPr lang="en-US" dirty="0"/>
              <a:t>Click here to add text 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5A2D9CA7-2B0F-B5F6-B7BE-C1724F788B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here to add a title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28273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83118" y="1766609"/>
            <a:ext cx="11425767" cy="4397338"/>
          </a:xfrm>
        </p:spPr>
        <p:txBody>
          <a:bodyPr/>
          <a:lstStyle/>
          <a:p>
            <a:pPr lvl="0"/>
            <a:r>
              <a:rPr lang="en-US" dirty="0"/>
              <a:t>Click here to add text 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 userDrawn="1"/>
        </p:nvSpPr>
        <p:spPr>
          <a:xfrm>
            <a:off x="187569" y="800050"/>
            <a:ext cx="1800664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 userDrawn="1"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  <a:endParaRPr lang="fr-FR" dirty="0"/>
          </a:p>
        </p:txBody>
      </p:sp>
      <p:sp>
        <p:nvSpPr>
          <p:cNvPr id="3" name="Titre 3">
            <a:extLst>
              <a:ext uri="{FF2B5EF4-FFF2-40B4-BE49-F238E27FC236}">
                <a16:creationId xmlns:a16="http://schemas.microsoft.com/office/drawing/2014/main" id="{EAE11847-0B88-448C-E2DE-A03001113A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635" y="274576"/>
            <a:ext cx="11413296" cy="985224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</a:lstStyle>
          <a:p>
            <a:r>
              <a:rPr lang="en-US" dirty="0"/>
              <a:t>Click here </a:t>
            </a:r>
            <a:br>
              <a:rPr lang="en-US" dirty="0"/>
            </a:br>
            <a:r>
              <a:rPr lang="en-US" dirty="0"/>
              <a:t>to add a title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61916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 userDrawn="1"/>
        </p:nvSpPr>
        <p:spPr>
          <a:xfrm>
            <a:off x="383118" y="5560884"/>
            <a:ext cx="11425765" cy="609412"/>
          </a:xfrm>
          <a:prstGeom prst="rect">
            <a:avLst/>
          </a:prstGeom>
          <a:gradFill flip="none" rotWithShape="1">
            <a:gsLst>
              <a:gs pos="0">
                <a:srgbClr val="122A57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118" y="5872249"/>
            <a:ext cx="11425765" cy="221471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Praesent</a:t>
            </a:r>
            <a:r>
              <a:rPr lang="fr-FR" dirty="0"/>
              <a:t>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lacinia</a:t>
            </a:r>
            <a:r>
              <a:rPr lang="fr-FR" dirty="0"/>
              <a:t> </a:t>
            </a:r>
            <a:r>
              <a:rPr lang="fr-FR" dirty="0" err="1"/>
              <a:t>placerat</a:t>
            </a:r>
            <a:r>
              <a:rPr lang="fr-FR" dirty="0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118" y="5624982"/>
            <a:ext cx="11425765" cy="221471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 dirty="0"/>
              <a:t>Lorem ipsum </a:t>
            </a:r>
            <a:r>
              <a:rPr lang="fr-FR" dirty="0" err="1"/>
              <a:t>dolor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 </a:t>
            </a:r>
            <a:r>
              <a:rPr lang="fr-FR" dirty="0" err="1"/>
              <a:t>amet</a:t>
            </a:r>
            <a:r>
              <a:rPr lang="fr-FR" dirty="0"/>
              <a:t>, </a:t>
            </a:r>
            <a:r>
              <a:rPr lang="fr-FR" dirty="0" err="1"/>
              <a:t>consectetur</a:t>
            </a:r>
            <a:r>
              <a:rPr lang="fr-FR" dirty="0"/>
              <a:t> </a:t>
            </a:r>
            <a:r>
              <a:rPr lang="fr-FR" dirty="0" err="1"/>
              <a:t>adipiscing</a:t>
            </a:r>
            <a:r>
              <a:rPr lang="fr-FR" dirty="0"/>
              <a:t> </a:t>
            </a:r>
            <a:r>
              <a:rPr lang="fr-FR" dirty="0" err="1"/>
              <a:t>elit</a:t>
            </a:r>
            <a:r>
              <a:rPr lang="fr-FR" dirty="0"/>
              <a:t>. </a:t>
            </a:r>
            <a:r>
              <a:rPr lang="fr-FR" dirty="0" err="1"/>
              <a:t>Praesent</a:t>
            </a:r>
            <a:r>
              <a:rPr lang="fr-FR" dirty="0"/>
              <a:t> </a:t>
            </a:r>
            <a:r>
              <a:rPr lang="fr-FR" dirty="0" err="1"/>
              <a:t>hendrerit</a:t>
            </a:r>
            <a:r>
              <a:rPr lang="fr-FR" dirty="0"/>
              <a:t> </a:t>
            </a:r>
            <a:r>
              <a:rPr lang="fr-FR" dirty="0" err="1"/>
              <a:t>lacinia</a:t>
            </a:r>
            <a:r>
              <a:rPr lang="fr-FR" dirty="0"/>
              <a:t> </a:t>
            </a:r>
            <a:r>
              <a:rPr lang="fr-FR" dirty="0" err="1"/>
              <a:t>placerat</a:t>
            </a:r>
            <a:r>
              <a:rPr lang="fr-FR" dirty="0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83118" y="1335205"/>
            <a:ext cx="11425767" cy="4162198"/>
          </a:xfrm>
        </p:spPr>
        <p:txBody>
          <a:bodyPr/>
          <a:lstStyle/>
          <a:p>
            <a:pPr lvl="0"/>
            <a:r>
              <a:rPr lang="en-US" dirty="0"/>
              <a:t>Click here to add text 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A79AE0B-A2E8-E52E-80C2-F4AA1277B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here to add a title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4912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wered by Tru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  <a:endParaRPr lang="fr-FR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CDE4E2B4-BAF4-F24A-FE22-73FA145D02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250" y="1857420"/>
            <a:ext cx="3619500" cy="279313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41DE8A4-EE7A-6F57-AF4F-8DA5A5AB6DCA}"/>
              </a:ext>
            </a:extLst>
          </p:cNvPr>
          <p:cNvSpPr/>
          <p:nvPr userDrawn="1"/>
        </p:nvSpPr>
        <p:spPr>
          <a:xfrm>
            <a:off x="237589" y="775047"/>
            <a:ext cx="2057009" cy="337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</p:spTree>
    <p:extLst>
      <p:ext uri="{BB962C8B-B14F-4D97-AF65-F5344CB8AC3E}">
        <p14:creationId xmlns:p14="http://schemas.microsoft.com/office/powerpoint/2010/main" val="2742203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 userDrawn="1"/>
        </p:nvCxnSpPr>
        <p:spPr>
          <a:xfrm>
            <a:off x="675979" y="6347594"/>
            <a:ext cx="0" cy="18460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 userDrawn="1"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0" name="Espace réservé du numéro de diapositive 13">
            <a:extLst>
              <a:ext uri="{FF2B5EF4-FFF2-40B4-BE49-F238E27FC236}">
                <a16:creationId xmlns:a16="http://schemas.microsoft.com/office/drawing/2014/main" id="{CD93E076-75DB-4427-A260-9445BE8C8B75}"/>
              </a:ext>
            </a:extLst>
          </p:cNvPr>
          <p:cNvSpPr txBox="1">
            <a:spLocks/>
          </p:cNvSpPr>
          <p:nvPr userDrawn="1"/>
        </p:nvSpPr>
        <p:spPr>
          <a:xfrm>
            <a:off x="400013" y="6357268"/>
            <a:ext cx="174728" cy="164019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900" b="1" kern="1200">
                <a:solidFill>
                  <a:schemeClr val="tx2"/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E85CA73-2D89-4D6A-A923-B574D1DA086D}" type="slidenum">
              <a:rPr lang="fr-FR" sz="1066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pPr/>
              <a:t>‹#›</a:t>
            </a:fld>
            <a:endParaRPr lang="fr-FR" sz="1066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35" y="256372"/>
            <a:ext cx="11413296" cy="569207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dirty="0"/>
              <a:t>Click here to add a title </a:t>
            </a:r>
            <a:endParaRPr lang="fr-FR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 userDrawn="1"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 userDrawn="1"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Department / Company / Date (menu "Insert / Header and footer" – “Insertion / En-tête et pied de page”)</a:t>
            </a:r>
            <a:endParaRPr lang="fr-FR" dirty="0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3119" y="1335207"/>
            <a:ext cx="11425765" cy="4828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here to add text </a:t>
            </a:r>
            <a:endParaRPr lang="fr-FR" dirty="0"/>
          </a:p>
          <a:p>
            <a:pPr lvl="1"/>
            <a:r>
              <a:rPr lang="fr-FR" dirty="0"/>
              <a:t>Second </a:t>
            </a:r>
            <a:r>
              <a:rPr lang="fr-FR" dirty="0" err="1"/>
              <a:t>level</a:t>
            </a:r>
            <a:endParaRPr lang="fr-FR" dirty="0"/>
          </a:p>
          <a:p>
            <a:pPr lvl="2"/>
            <a:r>
              <a:rPr lang="fr-FR" dirty="0" err="1"/>
              <a:t>Third</a:t>
            </a:r>
            <a:r>
              <a:rPr lang="fr-FR" dirty="0"/>
              <a:t> </a:t>
            </a:r>
            <a:r>
              <a:rPr lang="fr-FR" dirty="0" err="1"/>
              <a:t>level</a:t>
            </a:r>
            <a:endParaRPr lang="fr-FR" dirty="0"/>
          </a:p>
        </p:txBody>
      </p:sp>
      <p:sp>
        <p:nvSpPr>
          <p:cNvPr id="4" name="MSIPCMContentMarking" descr="{&quot;HashCode&quot;:-1484644562,&quot;Placement&quot;:&quot;Header&quot;,&quot;Top&quot;:0.0,&quot;Left&quot;:435.021423,&quot;SlideWidth&quot;:960,&quot;SlideHeight&quot;:540}"/>
          <p:cNvSpPr txBox="1"/>
          <p:nvPr userDrawn="1"/>
        </p:nvSpPr>
        <p:spPr>
          <a:xfrm>
            <a:off x="5524772" y="0"/>
            <a:ext cx="1142456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1000">
                <a:solidFill>
                  <a:srgbClr val="FF8C00"/>
                </a:solidFill>
                <a:latin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76705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ransition>
    <p:fade/>
  </p:transition>
  <p:hf sldNum="0"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2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2134451" indent="-304920" algn="l" defTabSz="1219693" rtl="0" eaLnBrk="1" latinLnBrk="0" hangingPunct="1">
        <a:spcBef>
          <a:spcPct val="20000"/>
        </a:spcBef>
        <a:buFont typeface="Wingdings" pitchFamily="2" charset="2"/>
        <a:buChar char="§"/>
        <a:defRPr sz="1598" i="0" kern="1200">
          <a:solidFill>
            <a:schemeClr val="accent2"/>
          </a:solidFill>
          <a:latin typeface="+mj-lt"/>
          <a:ea typeface="+mn-ea"/>
          <a:cs typeface="Arial" pitchFamily="34" charset="0"/>
        </a:defRPr>
      </a:lvl4pPr>
      <a:lvl5pPr marL="2744290" indent="-304920" algn="l" defTabSz="1219693" rtl="0" eaLnBrk="1" latinLnBrk="0" hangingPunct="1">
        <a:spcBef>
          <a:spcPct val="20000"/>
        </a:spcBef>
        <a:buFont typeface="Wingdings" pitchFamily="2" charset="2"/>
        <a:buChar char="§"/>
        <a:defRPr sz="1598" i="0" kern="1200">
          <a:solidFill>
            <a:schemeClr val="accent2"/>
          </a:solidFill>
          <a:latin typeface="+mj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">
            <a:extLst>
              <a:ext uri="{FF2B5EF4-FFF2-40B4-BE49-F238E27FC236}">
                <a16:creationId xmlns:a16="http://schemas.microsoft.com/office/drawing/2014/main" id="{3BB7C9F4-C629-43E8-8D54-85B10A7B397A}"/>
              </a:ext>
            </a:extLst>
          </p:cNvPr>
          <p:cNvSpPr txBox="1">
            <a:spLocks/>
          </p:cNvSpPr>
          <p:nvPr/>
        </p:nvSpPr>
        <p:spPr>
          <a:xfrm>
            <a:off x="157395" y="2061108"/>
            <a:ext cx="4524374" cy="14843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1219693" rtl="0" eaLnBrk="1" latinLnBrk="0" hangingPunct="1">
              <a:lnSpc>
                <a:spcPct val="90000"/>
              </a:lnSpc>
              <a:spcBef>
                <a:spcPts val="1066"/>
              </a:spcBef>
              <a:buClr>
                <a:schemeClr val="accent1"/>
              </a:buClr>
              <a:buFont typeface="Wingdings" pitchFamily="2" charset="2"/>
              <a:buNone/>
              <a:defRPr sz="3466" b="1" i="0" kern="1200" baseline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  <a:lvl2pPr marL="245635" indent="0" algn="l" defTabSz="1219693" rtl="0" eaLnBrk="1" latinLnBrk="0" hangingPunct="1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itchFamily="2" charset="2"/>
              <a:buNone/>
              <a:defRPr sz="1866" i="0" kern="1200" baseline="0">
                <a:solidFill>
                  <a:schemeClr val="tx2"/>
                </a:solidFill>
                <a:latin typeface="+mn-lt"/>
                <a:ea typeface="+mn-ea"/>
                <a:cs typeface="Arial" pitchFamily="34" charset="0"/>
              </a:defRPr>
            </a:lvl2pPr>
            <a:lvl3pPr marL="457387" indent="0" algn="l" defTabSz="1219693" rtl="0" eaLnBrk="1" latinLnBrk="0" hangingPunct="1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itchFamily="2" charset="2"/>
              <a:buNone/>
              <a:defRPr sz="1599" i="0" kern="1200" baseline="0">
                <a:solidFill>
                  <a:schemeClr val="tx2"/>
                </a:solidFill>
                <a:latin typeface="+mn-lt"/>
                <a:ea typeface="+mn-ea"/>
                <a:cs typeface="Arial" pitchFamily="34" charset="0"/>
              </a:defRPr>
            </a:lvl3pPr>
            <a:lvl4pPr marL="1829532" indent="0" algn="l" defTabSz="1219693" rtl="0" eaLnBrk="1" latinLnBrk="0" hangingPunct="1">
              <a:spcBef>
                <a:spcPct val="20000"/>
              </a:spcBef>
              <a:buFont typeface="Wingdings" pitchFamily="2" charset="2"/>
              <a:buNone/>
              <a:defRPr sz="1598" i="0" kern="120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4pPr>
            <a:lvl5pPr marL="2439371" indent="0" algn="l" defTabSz="1219693" rtl="0" eaLnBrk="1" latinLnBrk="0" hangingPunct="1">
              <a:spcBef>
                <a:spcPct val="20000"/>
              </a:spcBef>
              <a:buFont typeface="Wingdings" pitchFamily="2" charset="2"/>
              <a:buNone/>
              <a:defRPr sz="1598" i="0" kern="120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5pPr>
            <a:lvl6pPr marL="3354136" indent="-304920" algn="l" defTabSz="121969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971" indent="-304920" algn="l" defTabSz="121969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824" indent="-304920" algn="l" defTabSz="121969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663" indent="-304920" algn="l" defTabSz="121969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917077" algn="l"/>
              </a:tabLst>
            </a:pPr>
            <a:r>
              <a:rPr lang="en-GB" sz="3600" dirty="0"/>
              <a:t>SLS SF ZnNi Line Development Program</a:t>
            </a:r>
            <a:endParaRPr lang="da-DK" dirty="0"/>
          </a:p>
        </p:txBody>
      </p:sp>
      <p:pic>
        <p:nvPicPr>
          <p:cNvPr id="2" name="Picture Placeholder 1" descr="A close-up of a plane&#10;&#10;Description automatically generated">
            <a:extLst>
              <a:ext uri="{FF2B5EF4-FFF2-40B4-BE49-F238E27FC236}">
                <a16:creationId xmlns:a16="http://schemas.microsoft.com/office/drawing/2014/main" id="{B1704645-E960-0537-BCEA-71FDC3B0A477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/>
          <a:srcRect l="4544" r="4544"/>
          <a:stretch/>
        </p:blipFill>
        <p:spPr/>
      </p:pic>
    </p:spTree>
    <p:extLst>
      <p:ext uri="{BB962C8B-B14F-4D97-AF65-F5344CB8AC3E}">
        <p14:creationId xmlns:p14="http://schemas.microsoft.com/office/powerpoint/2010/main" val="61794142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E8477EF-795D-1659-D97F-033F42ED1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1218804"/>
            <a:r>
              <a:rPr lang="fr-FR" dirty="0">
                <a:solidFill>
                  <a:srgbClr val="7D7B8D">
                    <a:lumMod val="60000"/>
                    <a:lumOff val="40000"/>
                  </a:srgbClr>
                </a:solidFill>
                <a:latin typeface="Segoe UI"/>
              </a:rPr>
              <a:t>SLS / REACh / 25/11/24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9A328DD-9046-495F-88F1-73847CD62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600" b="1" dirty="0"/>
              <a:t>SLS SF ZnNi Line Development Program Roadmap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FE34F3-BF80-D9A0-5B10-FD2B79BB471D}"/>
              </a:ext>
            </a:extLst>
          </p:cNvPr>
          <p:cNvSpPr/>
          <p:nvPr/>
        </p:nvSpPr>
        <p:spPr>
          <a:xfrm>
            <a:off x="393635" y="1066800"/>
            <a:ext cx="11413296" cy="5211652"/>
          </a:xfrm>
          <a:prstGeom prst="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78DF6585-51E8-9698-B9DB-F6A1C2E94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785" y="1201088"/>
            <a:ext cx="8260429" cy="494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021945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E8477EF-795D-1659-D97F-033F42ED1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1218804"/>
            <a:r>
              <a:rPr lang="fr-FR" dirty="0">
                <a:solidFill>
                  <a:srgbClr val="7D7B8D">
                    <a:lumMod val="60000"/>
                    <a:lumOff val="40000"/>
                  </a:srgbClr>
                </a:solidFill>
                <a:latin typeface="Segoe UI"/>
              </a:rPr>
              <a:t>SLS / REACh / 25/11/24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9A328DD-9046-495F-88F1-73847CD62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1800" b="1" dirty="0"/>
              <a:t>SLS SF – ZnNi Line Development Project Milestones Nov 25 Focus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7EB4CD-5A3F-B5D1-F5C6-BE6D487B665E}"/>
              </a:ext>
            </a:extLst>
          </p:cNvPr>
          <p:cNvSpPr/>
          <p:nvPr/>
        </p:nvSpPr>
        <p:spPr>
          <a:xfrm>
            <a:off x="393635" y="1066800"/>
            <a:ext cx="11413296" cy="5211652"/>
          </a:xfrm>
          <a:prstGeom prst="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8978E1-22CF-D9AA-390A-F5A5765B2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1256997"/>
            <a:ext cx="10755226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88141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E8477EF-795D-1659-D97F-033F42ED19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1218804"/>
            <a:r>
              <a:rPr lang="fr-FR" dirty="0">
                <a:solidFill>
                  <a:srgbClr val="7D7B8D">
                    <a:lumMod val="60000"/>
                    <a:lumOff val="40000"/>
                  </a:srgbClr>
                </a:solidFill>
                <a:latin typeface="Segoe UI"/>
              </a:rPr>
              <a:t>SLS / REACh / 25/11/24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9A328DD-9046-495F-88F1-73847CD62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000" b="1" dirty="0"/>
              <a:t>SLS SF ZnNi Line Development Program Project Risks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FF1457-C09C-0607-EBF7-516226F06EE5}"/>
              </a:ext>
            </a:extLst>
          </p:cNvPr>
          <p:cNvSpPr/>
          <p:nvPr/>
        </p:nvSpPr>
        <p:spPr>
          <a:xfrm>
            <a:off x="393635" y="1066800"/>
            <a:ext cx="11413296" cy="5211652"/>
          </a:xfrm>
          <a:prstGeom prst="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659EA30-2726-8325-6E70-099D33ABB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982" y="1401879"/>
            <a:ext cx="11236036" cy="429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0346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A8A9C-2230-98F6-4A5E-1370F51F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84D24A5-9F5F-30A4-0905-29DD8751EB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1218804"/>
            <a:r>
              <a:rPr lang="fr-FR" dirty="0">
                <a:solidFill>
                  <a:srgbClr val="7D7B8D">
                    <a:lumMod val="60000"/>
                    <a:lumOff val="40000"/>
                  </a:srgbClr>
                </a:solidFill>
                <a:latin typeface="Segoe UI"/>
              </a:rPr>
              <a:t>SLS / REACh / 25/11/24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728DC37-B029-3305-08C3-8CA221575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000" b="1" dirty="0"/>
              <a:t>SLS SF ZnNi Line Development Project Milestone Changes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37C0B0-CD6C-9FC8-54B3-E6FE90B10C6E}"/>
              </a:ext>
            </a:extLst>
          </p:cNvPr>
          <p:cNvSpPr/>
          <p:nvPr/>
        </p:nvSpPr>
        <p:spPr>
          <a:xfrm>
            <a:off x="393635" y="1066800"/>
            <a:ext cx="11413296" cy="5211652"/>
          </a:xfrm>
          <a:prstGeom prst="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20747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34EC7-6BF2-C86E-7F66-1B4094A61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A81C645-ACDA-446D-DFFD-EA632F0B8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1218804"/>
            <a:r>
              <a:rPr lang="fr-FR" dirty="0">
                <a:solidFill>
                  <a:srgbClr val="7D7B8D">
                    <a:lumMod val="60000"/>
                    <a:lumOff val="40000"/>
                  </a:srgbClr>
                </a:solidFill>
                <a:latin typeface="Segoe UI"/>
              </a:rPr>
              <a:t>SLS / REACh / 25/11/24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2AB92ADC-06A1-FA2A-2C29-62CDD4C26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SLS SF – Documentation Progress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080B68-B9CA-72AF-06FD-1AC8C168D10F}"/>
              </a:ext>
            </a:extLst>
          </p:cNvPr>
          <p:cNvSpPr txBox="1"/>
          <p:nvPr/>
        </p:nvSpPr>
        <p:spPr>
          <a:xfrm>
            <a:off x="2657642" y="1949301"/>
            <a:ext cx="10948737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accent6">
                  <a:lumMod val="95000"/>
                  <a:lumOff val="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1400" dirty="0">
              <a:latin typeface="Aptos"/>
              <a:ea typeface="Aptos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b="1" dirty="0">
              <a:solidFill>
                <a:srgbClr val="FF0000"/>
              </a:solidFill>
            </a:endParaRPr>
          </a:p>
          <a:p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382E6-7B8F-8EB3-A3EB-ADAA5794114D}"/>
              </a:ext>
            </a:extLst>
          </p:cNvPr>
          <p:cNvSpPr/>
          <p:nvPr/>
        </p:nvSpPr>
        <p:spPr>
          <a:xfrm>
            <a:off x="393635" y="1066800"/>
            <a:ext cx="11413296" cy="5211652"/>
          </a:xfrm>
          <a:prstGeom prst="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 descr="A graph with a line and a blue line&#10;&#10;AI-generated content may be incorrect.">
            <a:extLst>
              <a:ext uri="{FF2B5EF4-FFF2-40B4-BE49-F238E27FC236}">
                <a16:creationId xmlns:a16="http://schemas.microsoft.com/office/drawing/2014/main" id="{E520DA55-F28E-05C2-A502-BF6AD31D1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26" y="1341181"/>
            <a:ext cx="9158565" cy="482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13820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625B5-7C1C-F2DD-122A-4E3DE7858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D04F203-32BA-1897-0DC2-146AAF614A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1218804"/>
            <a:r>
              <a:rPr lang="fr-FR" dirty="0">
                <a:solidFill>
                  <a:srgbClr val="7D7B8D">
                    <a:lumMod val="60000"/>
                    <a:lumOff val="40000"/>
                  </a:srgbClr>
                </a:solidFill>
                <a:latin typeface="Segoe UI"/>
              </a:rPr>
              <a:t>SLS / REACh / 25/11/24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EFE63962-D409-163D-19BF-C24134E0B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SLS SF CAD to ZnNi Industrialization Progress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08CCA7-E31A-9D0A-A982-FAD40387BA62}"/>
              </a:ext>
            </a:extLst>
          </p:cNvPr>
          <p:cNvSpPr/>
          <p:nvPr/>
        </p:nvSpPr>
        <p:spPr>
          <a:xfrm>
            <a:off x="393635" y="1066800"/>
            <a:ext cx="11413296" cy="5211652"/>
          </a:xfrm>
          <a:prstGeom prst="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A graph with red and blue lines&#10;&#10;AI-generated content may be incorrect.">
            <a:extLst>
              <a:ext uri="{FF2B5EF4-FFF2-40B4-BE49-F238E27FC236}">
                <a16:creationId xmlns:a16="http://schemas.microsoft.com/office/drawing/2014/main" id="{25EDF407-8604-FE6B-268F-9527261DB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32" y="1294843"/>
            <a:ext cx="7974118" cy="470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48834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9B12A-D395-5CCF-D602-4178D290A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329C93EA-BF59-9CDE-6830-4CA2B386A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defTabSz="1218804"/>
            <a:r>
              <a:rPr lang="fr-FR" dirty="0">
                <a:solidFill>
                  <a:srgbClr val="7D7B8D">
                    <a:lumMod val="60000"/>
                    <a:lumOff val="40000"/>
                  </a:srgbClr>
                </a:solidFill>
                <a:latin typeface="Segoe UI"/>
              </a:rPr>
              <a:t>SLS / REACh / 25/11/24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FEEA62C-CF6A-7D4C-2FC5-E03091D28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1" dirty="0"/>
              <a:t>SLS SF ZnNi Line OEE Progress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A6A034-3DE8-E47D-FF12-FE4A9D9D5B7F}"/>
              </a:ext>
            </a:extLst>
          </p:cNvPr>
          <p:cNvSpPr/>
          <p:nvPr/>
        </p:nvSpPr>
        <p:spPr>
          <a:xfrm>
            <a:off x="393635" y="1066800"/>
            <a:ext cx="11413296" cy="5211652"/>
          </a:xfrm>
          <a:prstGeom prst="rect">
            <a:avLst/>
          </a:prstGeom>
          <a:noFill/>
          <a:ln w="285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B76972B-D949-7048-B386-78E609561063}"/>
              </a:ext>
            </a:extLst>
          </p:cNvPr>
          <p:cNvGrpSpPr/>
          <p:nvPr/>
        </p:nvGrpSpPr>
        <p:grpSpPr>
          <a:xfrm>
            <a:off x="794085" y="1434257"/>
            <a:ext cx="9176084" cy="4621637"/>
            <a:chOff x="1179095" y="1418215"/>
            <a:chExt cx="9176084" cy="4621637"/>
          </a:xfrm>
        </p:grpSpPr>
        <p:pic>
          <p:nvPicPr>
            <p:cNvPr id="5" name="Picture 4" descr="A graph with blue lines and green text&#10;&#10;AI-generated content may be incorrect.">
              <a:extLst>
                <a:ext uri="{FF2B5EF4-FFF2-40B4-BE49-F238E27FC236}">
                  <a16:creationId xmlns:a16="http://schemas.microsoft.com/office/drawing/2014/main" id="{9B201307-DF7F-B06D-6D94-EB4177A86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9095" y="1418215"/>
              <a:ext cx="8883612" cy="462163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882BA7A-937F-3A96-1438-4D40658C560A}"/>
                </a:ext>
              </a:extLst>
            </p:cNvPr>
            <p:cNvSpPr/>
            <p:nvPr/>
          </p:nvSpPr>
          <p:spPr>
            <a:xfrm>
              <a:off x="10002253" y="1652337"/>
              <a:ext cx="352926" cy="26309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56662523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1">
            <a:extLst>
              <a:ext uri="{FF2B5EF4-FFF2-40B4-BE49-F238E27FC236}">
                <a16:creationId xmlns:a16="http://schemas.microsoft.com/office/drawing/2014/main" id="{3BB7C9F4-C629-43E8-8D54-85B10A7B397A}"/>
              </a:ext>
            </a:extLst>
          </p:cNvPr>
          <p:cNvSpPr txBox="1">
            <a:spLocks/>
          </p:cNvSpPr>
          <p:nvPr/>
        </p:nvSpPr>
        <p:spPr>
          <a:xfrm>
            <a:off x="157395" y="2061108"/>
            <a:ext cx="4524374" cy="14843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1219693" rtl="0" eaLnBrk="1" latinLnBrk="0" hangingPunct="1">
              <a:lnSpc>
                <a:spcPct val="90000"/>
              </a:lnSpc>
              <a:spcBef>
                <a:spcPts val="1066"/>
              </a:spcBef>
              <a:buClr>
                <a:schemeClr val="accent1"/>
              </a:buClr>
              <a:buFont typeface="Wingdings" pitchFamily="2" charset="2"/>
              <a:buNone/>
              <a:defRPr sz="3466" b="1" i="0" kern="1200" baseline="0">
                <a:solidFill>
                  <a:schemeClr val="bg1"/>
                </a:solidFill>
                <a:latin typeface="+mn-lt"/>
                <a:ea typeface="+mn-ea"/>
                <a:cs typeface="Arial" pitchFamily="34" charset="0"/>
              </a:defRPr>
            </a:lvl1pPr>
            <a:lvl2pPr marL="245635" indent="0" algn="l" defTabSz="1219693" rtl="0" eaLnBrk="1" latinLnBrk="0" hangingPunct="1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itchFamily="2" charset="2"/>
              <a:buNone/>
              <a:defRPr sz="1866" i="0" kern="1200" baseline="0">
                <a:solidFill>
                  <a:schemeClr val="tx2"/>
                </a:solidFill>
                <a:latin typeface="+mn-lt"/>
                <a:ea typeface="+mn-ea"/>
                <a:cs typeface="Arial" pitchFamily="34" charset="0"/>
              </a:defRPr>
            </a:lvl2pPr>
            <a:lvl3pPr marL="457387" indent="0" algn="l" defTabSz="1219693" rtl="0" eaLnBrk="1" latinLnBrk="0" hangingPunct="1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itchFamily="2" charset="2"/>
              <a:buNone/>
              <a:defRPr sz="1599" i="0" kern="1200" baseline="0">
                <a:solidFill>
                  <a:schemeClr val="tx2"/>
                </a:solidFill>
                <a:latin typeface="+mn-lt"/>
                <a:ea typeface="+mn-ea"/>
                <a:cs typeface="Arial" pitchFamily="34" charset="0"/>
              </a:defRPr>
            </a:lvl3pPr>
            <a:lvl4pPr marL="1829532" indent="0" algn="l" defTabSz="1219693" rtl="0" eaLnBrk="1" latinLnBrk="0" hangingPunct="1">
              <a:spcBef>
                <a:spcPct val="20000"/>
              </a:spcBef>
              <a:buFont typeface="Wingdings" pitchFamily="2" charset="2"/>
              <a:buNone/>
              <a:defRPr sz="1598" i="0" kern="120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4pPr>
            <a:lvl5pPr marL="2439371" indent="0" algn="l" defTabSz="1219693" rtl="0" eaLnBrk="1" latinLnBrk="0" hangingPunct="1">
              <a:spcBef>
                <a:spcPct val="20000"/>
              </a:spcBef>
              <a:buFont typeface="Wingdings" pitchFamily="2" charset="2"/>
              <a:buNone/>
              <a:defRPr sz="1598" i="0" kern="1200">
                <a:solidFill>
                  <a:schemeClr val="accent2"/>
                </a:solidFill>
                <a:latin typeface="+mn-lt"/>
                <a:ea typeface="+mn-ea"/>
                <a:cs typeface="Arial" pitchFamily="34" charset="0"/>
              </a:defRPr>
            </a:lvl5pPr>
            <a:lvl6pPr marL="3354136" indent="-304920" algn="l" defTabSz="121969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3971" indent="-304920" algn="l" defTabSz="121969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3824" indent="-304920" algn="l" defTabSz="121969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3663" indent="-304920" algn="l" defTabSz="1219693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tabLst>
                <a:tab pos="1917077" algn="l"/>
              </a:tabLst>
            </a:pPr>
            <a:r>
              <a:rPr lang="da-DK" sz="3450" dirty="0">
                <a:cs typeface="Arial"/>
              </a:rPr>
              <a:t>SLS ZnNi Line Statistical Process Control</a:t>
            </a:r>
            <a:endParaRPr lang="da-DK" dirty="0"/>
          </a:p>
        </p:txBody>
      </p:sp>
      <p:pic>
        <p:nvPicPr>
          <p:cNvPr id="2" name="Picture Placeholder 1" descr="A close-up of a plane&#10;&#10;Description automatically generated">
            <a:extLst>
              <a:ext uri="{FF2B5EF4-FFF2-40B4-BE49-F238E27FC236}">
                <a16:creationId xmlns:a16="http://schemas.microsoft.com/office/drawing/2014/main" id="{EC89C666-B2CC-26C6-A01A-347FDCE9F189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/>
          <a:srcRect l="4544" r="4544"/>
          <a:stretch/>
        </p:blipFill>
        <p:spPr/>
      </p:pic>
    </p:spTree>
    <p:extLst>
      <p:ext uri="{BB962C8B-B14F-4D97-AF65-F5344CB8AC3E}">
        <p14:creationId xmlns:p14="http://schemas.microsoft.com/office/powerpoint/2010/main" val="400165476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29100" y="6172200"/>
            <a:ext cx="1531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TANK 9. Zinc 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SLS ZnNi Line Content Control Chart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Vat 9 Zinc Content</a:t>
            </a:r>
          </a:p>
        </p:txBody>
      </p:sp>
    </p:spTree>
    <p:extLst>
      <p:ext uri="{BB962C8B-B14F-4D97-AF65-F5344CB8AC3E}">
        <p14:creationId xmlns:p14="http://schemas.microsoft.com/office/powerpoint/2010/main" val="7297097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SLS ZnNi Line Content Control Chart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Vat 9 Nickel Content</a:t>
            </a:r>
          </a:p>
        </p:txBody>
      </p:sp>
    </p:spTree>
    <p:extLst>
      <p:ext uri="{BB962C8B-B14F-4D97-AF65-F5344CB8AC3E}">
        <p14:creationId xmlns:p14="http://schemas.microsoft.com/office/powerpoint/2010/main" val="229726125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SLS ZnNi Line Content Control Chart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Vat 9 Sodium Hydroxide NaOH</a:t>
            </a:r>
          </a:p>
        </p:txBody>
      </p:sp>
    </p:spTree>
    <p:extLst>
      <p:ext uri="{BB962C8B-B14F-4D97-AF65-F5344CB8AC3E}">
        <p14:creationId xmlns:p14="http://schemas.microsoft.com/office/powerpoint/2010/main" val="246022061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SLS ZnNi Line Content Control Chart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Vat 9 Sodium Carbonate Na</a:t>
            </a:r>
            <a:r>
              <a:rPr lang="en-GB" sz="1100" dirty="0"/>
              <a:t>2</a:t>
            </a:r>
            <a:r>
              <a:rPr lang="en-GB" dirty="0"/>
              <a:t>CO</a:t>
            </a:r>
            <a:r>
              <a:rPr lang="en-GB" sz="1100" dirty="0"/>
              <a:t>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541163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SLS ZnNi Line Content Control Chart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Vat 9 Iron Content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6200610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SLS ZnNi Line Content Control Chart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Vat 9 Chromium Content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019248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SLS ZnNi Line Content Control Chart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Vat 9 Aluminium Content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4611428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SLS ZnNi Line Content Control Chart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Vat 9 Titanium Content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774689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SLS ZnNi Line Content Control Chart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Vat 9 Lead Content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040724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SLS ZnNi Line Content Control Chart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Vat 9 Copper Content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2522280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FDA6156-949B-AA03-92C0-CF2842C456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fr-FR" dirty="0"/>
              <a:t>SLS / REACh / 25/11/24</a:t>
            </a:r>
          </a:p>
        </p:txBody>
      </p:sp>
    </p:spTree>
    <p:extLst>
      <p:ext uri="{BB962C8B-B14F-4D97-AF65-F5344CB8AC3E}">
        <p14:creationId xmlns:p14="http://schemas.microsoft.com/office/powerpoint/2010/main" val="190206156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ORPORATE">
  <a:themeElements>
    <a:clrScheme name="Corporate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3B87CC"/>
      </a:accent1>
      <a:accent2>
        <a:srgbClr val="112753"/>
      </a:accent2>
      <a:accent3>
        <a:srgbClr val="EFF1F6"/>
      </a:accent3>
      <a:accent4>
        <a:srgbClr val="112753"/>
      </a:accent4>
      <a:accent5>
        <a:srgbClr val="3B87CC"/>
      </a:accent5>
      <a:accent6>
        <a:srgbClr val="000000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80D3BF763B394B901091A59B013D6C" ma:contentTypeVersion="9" ma:contentTypeDescription="Create a new document." ma:contentTypeScope="" ma:versionID="d8e3870a05333d453f20679e3a284109">
  <xsd:schema xmlns:xsd="http://www.w3.org/2001/XMLSchema" xmlns:xs="http://www.w3.org/2001/XMLSchema" xmlns:p="http://schemas.microsoft.com/office/2006/metadata/properties" xmlns:ns3="cc028afb-8965-410c-aaff-4c2ad0e6f9c4" xmlns:ns4="fe411023-a120-486e-a8b1-abb2cf985043" targetNamespace="http://schemas.microsoft.com/office/2006/metadata/properties" ma:root="true" ma:fieldsID="a21b8cb96d1a1dbeed08dd08b6a0d461" ns3:_="" ns4:_="">
    <xsd:import namespace="cc028afb-8965-410c-aaff-4c2ad0e6f9c4"/>
    <xsd:import namespace="fe411023-a120-486e-a8b1-abb2cf985043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028afb-8965-410c-aaff-4c2ad0e6f9c4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411023-a120-486e-a8b1-abb2cf985043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c028afb-8965-410c-aaff-4c2ad0e6f9c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778081-3EF4-47D6-B568-498C912FE5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c028afb-8965-410c-aaff-4c2ad0e6f9c4"/>
    <ds:schemaRef ds:uri="fe411023-a120-486e-a8b1-abb2cf9850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52E4E42-FA02-4220-89B0-9B116D015FDF}">
  <ds:schemaRefs>
    <ds:schemaRef ds:uri="http://purl.org/dc/dcmitype/"/>
    <ds:schemaRef ds:uri="http://www.w3.org/XML/1998/namespace"/>
    <ds:schemaRef ds:uri="http://purl.org/dc/elements/1.1/"/>
    <ds:schemaRef ds:uri="http://purl.org/dc/terms/"/>
    <ds:schemaRef ds:uri="fe411023-a120-486e-a8b1-abb2cf98504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c028afb-8965-410c-aaff-4c2ad0e6f9c4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3D180D1-1067-4551-B6B3-C3477D54DD2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325402</TotalTime>
  <Words>210</Words>
  <Application>Microsoft Office PowerPoint</Application>
  <PresentationFormat>Widescreen</PresentationFormat>
  <Paragraphs>45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Microsoft Sans Serif</vt:lpstr>
      <vt:lpstr>Segoe UI</vt:lpstr>
      <vt:lpstr>Segoe UI Black</vt:lpstr>
      <vt:lpstr>Wingdings</vt:lpstr>
      <vt:lpstr>CORPORATE</vt:lpstr>
      <vt:lpstr>PowerPoint Presentation</vt:lpstr>
      <vt:lpstr>SLS SF ZnNi Line Development Program Roadmap</vt:lpstr>
      <vt:lpstr>SLS SF – ZnNi Line Development Project Milestones Nov 25 Focus</vt:lpstr>
      <vt:lpstr>SLS SF ZnNi Line Development Program Project Risks</vt:lpstr>
      <vt:lpstr>SLS SF ZnNi Line Development Project Milestone Changes</vt:lpstr>
      <vt:lpstr>SLS SF – Documentation Progress</vt:lpstr>
      <vt:lpstr>SLS SF CAD to ZnNi Industrialization Progress</vt:lpstr>
      <vt:lpstr>SLS SF ZnNi Line OEE Progress</vt:lpstr>
      <vt:lpstr>PowerPoint Presentation</vt:lpstr>
      <vt:lpstr>SLS ZnNi Line Content Control Chart</vt:lpstr>
      <vt:lpstr>SLS ZnNi Line Content Control Chart</vt:lpstr>
      <vt:lpstr>SLS ZnNi Line Content Control Chart</vt:lpstr>
      <vt:lpstr>SLS ZnNi Line Content Control Chart</vt:lpstr>
      <vt:lpstr>SLS ZnNi Line Content Control Chart</vt:lpstr>
      <vt:lpstr>SLS ZnNi Line Content Control Chart</vt:lpstr>
      <vt:lpstr>SLS ZnNi Line Content Control Chart</vt:lpstr>
      <vt:lpstr>SLS ZnNi Line Content Control Chart</vt:lpstr>
      <vt:lpstr>SLS ZnNi Line Content Control Chart</vt:lpstr>
      <vt:lpstr>SLS ZnNi Line Content Control Chart</vt:lpstr>
      <vt:lpstr>PowerPoint Presentation</vt:lpstr>
    </vt:vector>
  </TitlesOfParts>
  <Company>Safran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FLEMING James [EXT] (SAFRAN LANDING SYSTEMS)</dc:creator>
  <cp:lastModifiedBy>James Fleming</cp:lastModifiedBy>
  <cp:revision>484</cp:revision>
  <dcterms:created xsi:type="dcterms:W3CDTF">2024-11-25T13:32:10Z</dcterms:created>
  <dcterms:modified xsi:type="dcterms:W3CDTF">2025-12-01T13:17:18Z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0x0101007980D3BF763B394B901091A59B013D6C</vt:lpwstr>
  </property>
  <property fmtid="{D5CDD505-2E9C-101B-9397-08002B2CF9AE}" pid="3" name="MSIP_Label_024ffcea-f25b-491e-9dc9-834516f3550e_Enabled">
    <vt:lpwstr>true</vt:lpwstr>
  </property>
  <property fmtid="{D5CDD505-2E9C-101B-9397-08002B2CF9AE}" pid="4" name="MSIP_Label_024ffcea-f25b-491e-9dc9-834516f3550e_SetDate">
    <vt:lpwstr>2025-06-27T11:40:39Z</vt:lpwstr>
  </property>
  <property fmtid="{D5CDD505-2E9C-101B-9397-08002B2CF9AE}" pid="5" name="MSIP_Label_024ffcea-f25b-491e-9dc9-834516f3550e_Method">
    <vt:lpwstr>Standard</vt:lpwstr>
  </property>
  <property fmtid="{D5CDD505-2E9C-101B-9397-08002B2CF9AE}" pid="6" name="MSIP_Label_024ffcea-f25b-491e-9dc9-834516f3550e_Name">
    <vt:lpwstr>C2 - restricted</vt:lpwstr>
  </property>
  <property fmtid="{D5CDD505-2E9C-101B-9397-08002B2CF9AE}" pid="7" name="MSIP_Label_024ffcea-f25b-491e-9dc9-834516f3550e_SiteId">
    <vt:lpwstr>d52b49b7-0c8f-4d89-8c4f-f20517306e08</vt:lpwstr>
  </property>
  <property fmtid="{D5CDD505-2E9C-101B-9397-08002B2CF9AE}" pid="8" name="MSIP_Label_024ffcea-f25b-491e-9dc9-834516f3550e_ActionId">
    <vt:lpwstr>a7d74fec-9c5e-4efd-98b1-f6fbdae9ca7b</vt:lpwstr>
  </property>
  <property fmtid="{D5CDD505-2E9C-101B-9397-08002B2CF9AE}" pid="9" name="MSIP_Label_024ffcea-f25b-491e-9dc9-834516f3550e_ContentBits">
    <vt:lpwstr>1</vt:lpwstr>
  </property>
</Properties>
</file>